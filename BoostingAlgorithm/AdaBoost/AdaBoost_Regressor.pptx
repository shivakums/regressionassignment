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2E3F7A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1E3066"/>
          </a:solidFill>
          <a:ln w="12700">
            <a:solidFill>
              <a:srgbClr val="1E30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AdaBoost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Regressor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Continuous Values with Adaptive Boosting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 •  Regression  •  sklearn.ensemble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AdaBoost Regressor?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79476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49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Regressor adapts the boosting framework to predict </a:t>
            </a:r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numerical values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class labels.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trains a sequence of weak regressors (e.g. Decision Tree stumps), each focusing on samples with the highest residual errors from the previous step.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300" i="1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→ predicts categories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 → predicts numbers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10515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097280"/>
            <a:ext cx="73152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61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Loss Functions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72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linear, square, or exponential loss to measure residuals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04288"/>
            <a:ext cx="4114800" cy="10515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2304288"/>
            <a:ext cx="73152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368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Sequential Fitting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7797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weak regressor focuses on hardest-to-predict samples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511296"/>
            <a:ext cx="4114800" cy="10515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3511296"/>
            <a:ext cx="73152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575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Weighted Median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9867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 = weighted median of all weak predictions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AdaBoost Regressor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57276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88720"/>
            <a:ext cx="1572768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740664" y="141732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1752" y="210312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2852928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1/N per sample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19656" y="2697480"/>
            <a:ext cx="128016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1847088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1188720"/>
            <a:ext cx="157276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65960" y="1188720"/>
            <a:ext cx="1572768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2"/>
          <p:cNvSpPr/>
          <p:nvPr/>
        </p:nvSpPr>
        <p:spPr>
          <a:xfrm>
            <a:off x="2478024" y="141732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247802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39112" y="210312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Weak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39112" y="2852928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weighted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57016" y="2697480"/>
            <a:ext cx="128016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3584448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03320" y="1188720"/>
            <a:ext cx="157276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03320" y="1188720"/>
            <a:ext cx="1572768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Shape 20"/>
          <p:cNvSpPr/>
          <p:nvPr/>
        </p:nvSpPr>
        <p:spPr>
          <a:xfrm>
            <a:off x="4215384" y="141732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421538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76472" y="210312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76472" y="2852928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error 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(linear/sq/exp)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94376" y="2697480"/>
            <a:ext cx="128016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5321808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40680" y="1188720"/>
            <a:ext cx="157276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40680" y="1188720"/>
            <a:ext cx="1572768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Shape 28"/>
          <p:cNvSpPr/>
          <p:nvPr/>
        </p:nvSpPr>
        <p:spPr>
          <a:xfrm>
            <a:off x="5952744" y="141732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595274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13832" y="210312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13832" y="2852928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weights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high-error samples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31736" y="2697480"/>
            <a:ext cx="128016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7059168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▶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78040" y="1188720"/>
            <a:ext cx="1572768" cy="3383280"/>
          </a:xfrm>
          <a:prstGeom prst="rect">
            <a:avLst/>
          </a:prstGeom>
          <a:solidFill>
            <a:srgbClr val="1A2456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78040" y="1188720"/>
            <a:ext cx="1572768" cy="1097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8" name="Shape 36"/>
          <p:cNvSpPr/>
          <p:nvPr/>
        </p:nvSpPr>
        <p:spPr>
          <a:xfrm>
            <a:off x="7690104" y="1417320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9" name="Text 37"/>
          <p:cNvSpPr/>
          <p:nvPr/>
        </p:nvSpPr>
        <p:spPr>
          <a:xfrm>
            <a:off x="769010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51192" y="210312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51192" y="2852928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predictions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2–4 for n_estimators iterations  •  Loss options: linear | square | exponential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Parameters of AdaBoostRegressor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1691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161288"/>
            <a:ext cx="1691640" cy="256032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1612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75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4721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default=50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709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weak learners (Decision Tree stumps) to train sequentially. Higher values improve accuracy but increase training time.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350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Start with 50–100. Monitor for diminishing returns.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73152" cy="1691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86600" y="1161288"/>
            <a:ext cx="1691640" cy="256032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1612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1.0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14721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float, default=1.0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9472" y="1709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the contribution of each weak learner. Lower values need more estimators but can generalize better.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350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Try 0.01–1.0. Tune together with n_estimators.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73152" cy="1691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06040" y="2990088"/>
            <a:ext cx="1691640" cy="256032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2990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'linear'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" y="3300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'linear' | 'square' | 'exponential'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" y="35387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used to update weights after each iteration. linear is robust; square penalizes large errors more; exponential is most aggressive.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4178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Default 'linear' works well; use 'square' for outlier sensitivity.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80360"/>
            <a:ext cx="73152" cy="1691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086600" y="2990088"/>
            <a:ext cx="1691640" cy="256032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2990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3300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or None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9472" y="35387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for reproducibility. Ensures the same results across multiple runs when the data or model has randomness.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9472" y="4178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set for reproducible experiments.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an AdaBoost Regressor — Python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30352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97280"/>
            <a:ext cx="128016" cy="128016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0972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097280"/>
            <a:ext cx="128016" cy="12801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0789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adaboost_regressor.py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Import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sklearn.ensemble </a:t>
            </a:r>
            <a:pPr indent="0" marL="0">
              <a:buNone/>
            </a:pPr>
            <a:r>
              <a:rPr lang="en-US" sz="12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AdaBoostRegressor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17190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1901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Create the model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20848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regressor</a:t>
            </a:r>
            <a:pPr indent="0" marL="0">
              <a:buNone/>
            </a:pPr>
            <a:r>
              <a:rPr lang="en-US" sz="12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AdaBoostRegressor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22677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</a:t>
            </a:r>
            <a:pPr indent="0" marL="0">
              <a:buNone/>
            </a:pPr>
            <a:r>
              <a:rPr lang="en-US" sz="12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24505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</a:t>
            </a:r>
            <a:pPr indent="0" marL="0">
              <a:buNone/>
            </a:pPr>
            <a:r>
              <a:rPr lang="en-US" sz="12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2633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learning_rate</a:t>
            </a:r>
            <a:pPr indent="0" marL="0">
              <a:buNone/>
            </a:pPr>
            <a:r>
              <a:rPr lang="en-US" sz="12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28163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2999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31821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Train the model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33649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regressor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.fit(</a:t>
            </a:r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35478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" y="37307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Predict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" y="39136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regressor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.predict(</a:t>
            </a:r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852160" y="1005840"/>
            <a:ext cx="3017520" cy="3840480"/>
          </a:xfrm>
          <a:prstGeom prst="rect">
            <a:avLst/>
          </a:prstGeom>
          <a:solidFill>
            <a:srgbClr val="1A245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Guide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8932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random_state=0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828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random seed for reproducible results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n_estimators=75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2450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75 weak regressors sequentially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89320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learning_rate=1.0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30723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contribution per estimator (tune lower if overfitting)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3438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.fit(x_train,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36941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features and continuous target values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4059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.predict(x_test)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43159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continuous float predictions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base estimator: DecisionTreeRegressor(max_depth=3)  •  sklearn &gt;= 1.2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Strengths, Weaknesses &amp;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6576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33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non-linear relationships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75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bias of weak regressors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426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feature scaling required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095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well on tabular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776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Few hyperparameters to tune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743200" cy="365760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solidFill>
            <a:srgbClr val="E0505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033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Weaknesses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to noisy targets &amp; outliers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75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Sequential — cannot parallelise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6426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Slower than Random Forest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32095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overfit with high n_estimators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776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interpretable than single tree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005840"/>
            <a:ext cx="2560320" cy="365760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1005840"/>
            <a:ext cx="256032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033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Use Cases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1508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House price prediction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2075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price forecasting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26426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consumption estimation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32095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dosage prediction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37764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&amp; demand forecasting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AdaBoostRegressor is available in scikit-learn under sklearn.ensemble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AdaBoost Regressor</dc:title>
  <dc:subject>PptxGenJS Presentation</dc:subject>
  <dc:creator>PptxGenJS</dc:creator>
  <cp:lastModifiedBy>PptxGenJS</cp:lastModifiedBy>
  <cp:revision>1</cp:revision>
  <dcterms:created xsi:type="dcterms:W3CDTF">2026-05-28T08:21:13Z</dcterms:created>
  <dcterms:modified xsi:type="dcterms:W3CDTF">2026-05-28T08:21:13Z</dcterms:modified>
</cp:coreProperties>
</file>