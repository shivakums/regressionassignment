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3840480" cy="3840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377440" cy="2377440"/>
          </a:xfrm>
          <a:prstGeom prst="ellipse">
            <a:avLst/>
          </a:prstGeom>
          <a:solidFill>
            <a:srgbClr val="162B47"/>
          </a:solidFill>
          <a:ln w="12700">
            <a:solidFill>
              <a:srgbClr val="162B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4173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93392" y="868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Boost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Gradient Boosting — Fast, Scalable &amp; Accurate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103120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80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2880360"/>
            <a:ext cx="210312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2880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880360"/>
            <a:ext cx="21031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880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Tianqi Chen  •  First released 2014  •  sklearn-compatible API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XGBoost?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3794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is an optimized, distributed </a:t>
            </a:r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library designed for speed and accuracy on structured/tabular data.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decision trees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where each tree corrects the residual errors of the previous using gradient descent in function space.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vs AdaBoost:
</a:t>
            </a:r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AdaBoost reweights samples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fits residuals with regularized trees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is generally faster &amp; more accurate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4114800" cy="8046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78992"/>
            <a:ext cx="73152" cy="8046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3385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Speed &amp; Parallelism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tree construction; cache-optimized for modern hardware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984248"/>
            <a:ext cx="4114800" cy="8046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984248"/>
            <a:ext cx="73152" cy="8046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0391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Built-in Regularization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865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(alpha) &amp; L2 (lambda) regularization reduces overfitting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9504"/>
            <a:ext cx="4114800" cy="8046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9504"/>
            <a:ext cx="73152" cy="8046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443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Tree Pruning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max_depth &amp; gamma to prune trees (depth-first, then prune)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794760"/>
            <a:ext cx="4114800" cy="804672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794760"/>
            <a:ext cx="73152" cy="8046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8496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Handles Missing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41970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best default direction for missing values automatically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XGBoost Works —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572768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1572768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" y="141732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175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(mean of 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19656" y="2743200"/>
            <a:ext cx="12801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184708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1188720"/>
            <a:ext cx="1572768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65960" y="1188720"/>
            <a:ext cx="1572768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2478024" y="141732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247802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3911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3911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1st &amp; 2nd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derivatives (g, h)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57016" y="2743200"/>
            <a:ext cx="12801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03320" y="1188720"/>
            <a:ext cx="1572768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1188720"/>
            <a:ext cx="1572768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Shape 20"/>
          <p:cNvSpPr/>
          <p:nvPr/>
        </p:nvSpPr>
        <p:spPr>
          <a:xfrm>
            <a:off x="4215384" y="141732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421538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7647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Boosted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7647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tree to fit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residuals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4376" y="2743200"/>
            <a:ext cx="12801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532180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0680" y="1188720"/>
            <a:ext cx="1572768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0680" y="1188720"/>
            <a:ext cx="1572768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5952744" y="141732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95274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1383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1383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tree × learning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to predictions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31736" y="2743200"/>
            <a:ext cx="12801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7059168" y="2606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</a:rPr>
              <a:t>▶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78040" y="1188720"/>
            <a:ext cx="1572768" cy="34290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78040" y="1188720"/>
            <a:ext cx="157276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7690104" y="14173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7690104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51192" y="210312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51192" y="2880360"/>
            <a:ext cx="142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trees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2–4 for n_estimators rounds  •  Key insight: fits gradients (not reweighted samples like AdaBoost)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&amp; Building an XGBoost Regressor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1C1917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XGBoost is NOT pre-installed in Python — you must install it first: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2743200" cy="21945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2984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</a:t>
            </a:r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3167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in Jupyter / terminal before importing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5349240" cy="32461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783080"/>
            <a:ext cx="118872" cy="118872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17830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783080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77393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xgboost_regressor.py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98424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1: Import library ──────────────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218541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xgboost 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xgb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" y="238658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xgboost 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XGBRegressor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25877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4048" y="278892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2: Create the model ────────────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299008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regressor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XGBRegressor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tree_method</a:t>
            </a:r>
            <a:pPr indent="0" marL="0">
              <a:buNone/>
            </a:pPr>
            <a:r>
              <a:rPr lang="en-US" sz="11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"hist"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4048" y="319125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" y="339242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3: Train the model ─────────────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" y="359359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#regressor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.fit(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4048" y="3794760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eval_set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=[(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)])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← for early stopping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4048" y="3995928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regressor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.fit(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41970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" y="439826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Step 4: Predict ─────────────────────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459943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regressor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.predict(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97880" y="1691640"/>
            <a:ext cx="2971800" cy="32461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35040" y="1801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Guide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35040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xgboost as xgb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24597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alias — gives access to xgb.* utilities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2743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XGBRegressor(...)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2990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sklearn-compatible regressor class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273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tree_method="hist"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3520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Histogram-based splits — much faster on large datasets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8039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eval_set (commented)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050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to enable early stopping with a test set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4334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.fit(x_train, y_train)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45811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features + continuous target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once: !pip install xgboost   •   Then: import xgboost as xgb  or  from xgboost import XGBRegressor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Parameters of XGBRegressor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2788920" cy="1783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24128"/>
            <a:ext cx="73152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" y="11155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57984" y="1115568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157984" y="11155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4538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default=100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168249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boosting rounds (trees). More trees = better fit but risk of overfitting.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2468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Tune with early stopping on eval_set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024128"/>
            <a:ext cx="2788920" cy="1783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24128"/>
            <a:ext cx="73152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1155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02352" y="1115568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102352" y="11155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14538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float, default=0.3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168249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each tree's contribution (eta). Lower = more robust but needs more trees.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64992" y="2468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Try 0.01–0.3; decrease with more estimators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1024128"/>
            <a:ext cx="2788920" cy="1783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024128"/>
            <a:ext cx="73152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1155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1115568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11155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4538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default=6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1682496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depth of each tree. Deeper = more complex. Controls model capacity.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2468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3–10 is typical; higher increases overfitting risk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2962656"/>
            <a:ext cx="2788920" cy="1783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962656"/>
            <a:ext cx="73152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" y="30540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tree_method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157984" y="3054096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2157984" y="3054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"hist"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" y="33924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"auto"|"hist"|"gpu_hist"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362102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Histogram-based algorithm — much faster than exact split on large datasets. Use "gpu_hist" for GPU.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0624" y="4407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use "hist" for datasets &gt; 10k rows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2962656"/>
            <a:ext cx="2788920" cy="1783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2962656"/>
            <a:ext cx="73152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3364992" y="30540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reg_alpha (L1)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102352" y="3054096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5102352" y="3054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64992" y="33924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float, default=0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64992" y="362102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regularization on leaf weights. Encourages sparse (zero) leaf values.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64992" y="4407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Increase if model is overfitting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44768" y="2962656"/>
            <a:ext cx="2788920" cy="1783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44768" y="2962656"/>
            <a:ext cx="73152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305409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reg_lambda (L2)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046720" y="3054096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8046720" y="30540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33924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float, default=1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09360" y="3621024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 on leaf weights (always active). Penalizes large weight values.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309360" y="4407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Higher = smoother model; default 1 works well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also supports subsample, colsample_bytree, gamma, min_child_weight and more for fine-tuning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Strengths, Weaknesses &amp; Real-World Use Cases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6576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33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Extremely fast (parallel &amp; cache-aware)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L1/L2 regularization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4963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missing values natively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sklearn-compatible API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5021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Dominates Kaggle competitions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GPU acceleration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365760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33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Weaknesses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4904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Many hyperparameters to tune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29000" y="1993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ideal for sparse/NLP data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29000" y="24963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overfit on small datasets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29000" y="2999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Harder to interpret than single tree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9000" y="35021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Memory-intensive for deep trees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2900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!pip install first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1005840"/>
            <a:ext cx="2560320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005840"/>
            <a:ext cx="256032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033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Use Cases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1490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House &amp; property valuation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1993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 default prediction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24963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Click-through rate (CTR)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2999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Anomaly / fraud detection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35021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risk scoring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4005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Kaggle &amp; ML competitions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won more Kaggle competitions than any other algorithm (2015–2020)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XGBoost Algorithm</dc:title>
  <dc:subject>PptxGenJS Presentation</dc:subject>
  <dc:creator>PptxGenJS</dc:creator>
  <cp:lastModifiedBy>PptxGenJS</cp:lastModifiedBy>
  <cp:revision>1</cp:revision>
  <dcterms:created xsi:type="dcterms:W3CDTF">2026-05-28T08:28:31Z</dcterms:created>
  <dcterms:modified xsi:type="dcterms:W3CDTF">2026-05-28T08:28:31Z</dcterms:modified>
</cp:coreProperties>
</file>